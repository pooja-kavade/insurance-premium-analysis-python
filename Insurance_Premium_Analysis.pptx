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7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ANALYSIS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0" cy="0"/>
          </a:xfrm>
          <a:prstGeom prst="line">
            <a:avLst/>
          </a:prstGeom>
          <a:noFill/>
          <a:ln w="19050">
            <a:solidFill>
              <a:srgbClr val="B59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Premium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4234" y="393895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business context of the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23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size, and feature descriptions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check and preprocessing steps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and categorical summaries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411480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423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Visualizations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smoker, region, and correlation insights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411480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520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insights and recommended follow-ups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Analysis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drivers of insurance premiums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20040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Explore customer demographics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Inspect risk-related attributes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Profile premium distribution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320040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Patterns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Compare smokers vs non-smokers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Assess regional differences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 BMI, age &amp; children to cost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188720"/>
            <a:ext cx="2743200" cy="320040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88720"/>
            <a:ext cx="2743200" cy="73152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Decisions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Highlight key cost drivers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Inform pricing strategies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Guide further modeling 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/8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Premium.csv — structure and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96012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1,338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observations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201168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43000"/>
            <a:ext cx="64008" cy="96012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34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→ 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61848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81965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dropped after load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201168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43000"/>
            <a:ext cx="64008" cy="96012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34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161848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81965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2011680" cy="96012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43000"/>
            <a:ext cx="64008" cy="96012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234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3720" y="161848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181965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East, South, West, North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228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DICTIONARY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06040"/>
          <a:ext cx="8503920" cy="2072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the primary beneficiary (18–64)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 (15.96 – 53.13)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dependents (0–5)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/ South / West / North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insurance premium charged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&amp; Preparation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performed in the Jupyter notebook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65760" cy="365760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08760"/>
            <a:ext cx="5486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Insurance Premium.csv with pandas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365760" cy="365760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057400"/>
            <a:ext cx="5486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Shape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1,338 rows × 8 columns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240280"/>
            <a:ext cx="365760" cy="365760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2606040"/>
            <a:ext cx="5486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zero missing values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365760" cy="365760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154680"/>
            <a:ext cx="5486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numeric vs string (object) columns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337560"/>
            <a:ext cx="365760" cy="365760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3703320"/>
            <a:ext cx="54864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3291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ID column (not useful for analysis)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886200"/>
            <a:ext cx="365760" cy="365760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EDA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3840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frame with 7 analytical features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for Age, BMI, Children, and Premium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574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05740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Working-age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143000"/>
            <a:ext cx="20574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5176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880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5176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5176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 overweight range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143000"/>
            <a:ext cx="20574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143000"/>
            <a:ext cx="205740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4632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4632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880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632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4632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have 0–2 kids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1143000"/>
            <a:ext cx="20574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143000"/>
            <a:ext cx="205740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4088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13,270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4088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040880" y="2423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12,110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40880" y="2697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2880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1,122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088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4088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63,770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088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cost spread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Distributions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Smoker status, and Region breakdowns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Nearly Balanced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676  (50.5%)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154430" cy="164592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  (49.5%)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1131570" cy="164592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counts are almost equal — good balance for analysis.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27432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Mostly Non-Smokers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1,064  (79.5%)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237744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2377440"/>
            <a:ext cx="1817370" cy="164592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 (20.5%)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3017520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017520"/>
            <a:ext cx="468630" cy="164592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are a minority but drive a large share of total premium.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143000"/>
            <a:ext cx="2743200" cy="329184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Evenly Spread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2057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2057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26680" y="2103120"/>
            <a:ext cx="86868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2103120"/>
            <a:ext cx="843861" cy="128016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40880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26680" y="2514600"/>
            <a:ext cx="86868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2514600"/>
            <a:ext cx="753890" cy="128016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880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26680" y="2926080"/>
            <a:ext cx="86868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2926080"/>
            <a:ext cx="753890" cy="128016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291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4088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26680" y="3337560"/>
            <a:ext cx="86868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26680" y="3337560"/>
            <a:ext cx="750788" cy="128016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nearly equal — no strong geographic skew.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Charts Revealed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count plots, premium pies, and correlation heatmap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5544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155448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Smoking is the dominant cost driver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only ~20% of customers smoke, they account for a disproportionately large share of total premiums paid — a clear risk-based pricing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60520" cy="15544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91440" cy="155448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25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has limited premium 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and female counts are balanced and their share of total premium is roughly proportional, suggesting gender alone is not a strong pricing factor.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160520" cy="15544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34640"/>
            <a:ext cx="91440" cy="155448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 shows mild variation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share by region is fairly close to population share. East is slightly larger; no region dominates cost.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160520" cy="1554480"/>
          </a:xfrm>
          <a:prstGeom prst="rect">
            <a:avLst/>
          </a:prstGeom>
          <a:solidFill>
            <a:srgbClr val="F5F4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34640"/>
            <a:ext cx="91440" cy="1554480"/>
          </a:xfrm>
          <a:prstGeom prst="rect">
            <a:avLst/>
          </a:prstGeom>
          <a:solidFill>
            <a:srgbClr val="B5935A"/>
          </a:solidFill>
          <a:ln w="12700">
            <a:solidFill>
              <a:srgbClr val="B59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&amp; BMI correlate with Premium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heatmap shows positive relationships between Age–Premium and BMI–Premium. Children has a weaker association.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138160" y="48006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631</Words>
  <Application>Microsoft Office PowerPoint</Application>
  <PresentationFormat>On-screen Show (16:9)</PresentationFormat>
  <Paragraphs>198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Premium Analysis</dc:title>
  <dc:subject>Exploratory Data Analysis — Python</dc:subject>
  <dc:creator>Insurance Analytics Project</dc:creator>
  <cp:lastModifiedBy>Atul Gurav</cp:lastModifiedBy>
  <cp:revision>2</cp:revision>
  <dcterms:created xsi:type="dcterms:W3CDTF">2026-10-27T08:48:33Z</dcterms:created>
  <dcterms:modified xsi:type="dcterms:W3CDTF">2026-10-27T08:57:32Z</dcterms:modified>
</cp:coreProperties>
</file>